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2T12:16:06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4146 24575,'18'-430'0,"-11"365"-1130,2 0-1,3 1 0,3 1 1,3 0-1,33-80 0,-12 56 3958,39-133 0,-43 114-1960,73-159 1,-34 110-2886,-23 46-2222,159-285-1220,-192 362 6009,146-226 5813,-10 19-2160,-103 160-4202,3 3 0,82-89 0,-30 39 0,10-42 0,-60 82 0,52-65 0,222-239 0,-328 387 0,1 0 0,0 0 0,0 0 0,0 1 0,0-1 0,0 1 0,0 0 0,0 0 0,1 0 0,-1 0 0,1 1 0,0 0 0,3-2 0,-4 3 0,-1 0 0,0 1 0,0-1 0,0 0 0,0 1 0,0 0 0,0-1 0,0 1 0,0 0 0,0 0 0,0 0 0,0 0 0,0 0 0,0 1 0,-1-1 0,1 1 0,0-1 0,-1 1 0,0-1 0,1 1 0,-1 0 0,0 0 0,0-1 0,0 1 0,2 4 0,13 30 0,-1 0 0,-2 1 0,-2 1 0,-1 0 0,7 57 0,-2-17 0,196 1010 0,-148-824 0,12 60 0,-54-230 0,4 0 0,4-2 0,52 114 0,-67-169 0,-2 1 0,-1 0 0,-3 1 0,6 49 0,4 18 0,26 69 0,-35-132 0,16 49 0,-15-61 0,-1 1 0,-2 0 0,6 58 0,2 33 0,-9-78 0,2 46 0,-7-63 0,1-1 0,2 1 0,0-1 0,2 0 0,1 0 0,1-1 0,1 0 0,15 28 0,-17-34 0,-3-9 0,-1 0 0,2-1 0,10 19 0,-14-28 0,-1 0 0,1 0 0,-1 0 0,1 0 0,-1 0 0,1 0 0,0 0 0,-1-1 0,1 1 0,0 0 0,0-1 0,0 1 0,0 0 0,0-1 0,0 1 0,-1-1 0,1 1 0,0-1 0,1 1 0,-1-1 0,0 0 0,0 0 0,0 0 0,0 1 0,0-1 0,0 0 0,0 0 0,0 0 0,0 0 0,0-1 0,0 1 0,0 0 0,0 0 0,0-1 0,0 1 0,0-1 0,0 1 0,0-1 0,0 1 0,0-1 0,0 1 0,0-1 0,0 0 0,0 1 0,-1-1 0,1 0 0,1-1 0,16-21 0,-1 0 0,-2-2 0,0 1 0,20-46 0,-15 29 0,171-375 0,45-87 0,260-478-6784,-433 818 6784,-49 118 0,3 1 0,34-67 0,122-232 4649,-74 135-2514,-91 192-2135,224-434 0,-159 300 0,-46 88 0,69-110 0,-47 98 0,-12 16 0,45-52 0,-82 109 1,1 1 0,-1-1-1,0 0 1,1 1 0,-1-1 0,0 0-1,1 1 1,-1-1 0,1 1-1,-1-1 1,1 1 0,-1-1 0,1 1-1,-1-1 1,1 1 0,-1-1 0,1 1-1,0 0 1,-1-1 0,1 1-1,0 0 1,-1 0 0,1 0 0,0-1-1,-1 1 1,1 0 0,0 0-1,0 0 1,-1 0 0,1 0 0,0 0-1,-1 0 1,1 0 0,0 1 0,-1-1-1,1 0 1,0 0 0,-1 0-1,1 1 1,0-1 0,-1 0 0,1 1-1,0-1 1,-1 1 0,1-1-1,-1 1 1,1-1 0,-1 1 0,1-1-1,-1 1 1,1-1 0,-1 1 0,1 0-1,13 46-238,-10-27-693,11 32-983,9 71 0,9 37 88,58 242 1219,-61-247 265,9 59 303,9 111 4394,5 34 116,-8-125-5525,18 149 1054,-56-336 0,2-1 0,19 59 0,-15-62 0,-2 0 0,9 81 0,-16-97 0,1 0 0,1 1 0,9 26 0,-7-28 0,-1 0 0,-1 0 0,3 36 0,-7 139 0,-4-122 0,14 126 0,-1-121-682,-1 113-1,-10-169-6143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1342-4794-3E1E-574E-0962BEA1F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44DB4A-2B48-2D0F-40E9-6D52D84C9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F7EF3-4BD6-1007-1F3F-783C6CD8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75791-7ABE-A5FE-A25E-F2A33F9F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B96F9-2152-0AF5-8B85-E33671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8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BFD9A-329B-952E-DA4E-116E29A8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FF834-DE20-874A-B6BB-C579D883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393BDD-B38C-A602-532A-E57A5DFA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70F02-C3AB-4AA0-EF05-5DDBF7AE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90A34-F73E-708A-A9A6-809FCBD8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25275-3B7F-0EF0-131A-2A32F14D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B347F4-895D-C052-A6B4-8F02816C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C1DA6-3C31-07E5-8C70-B7D5E5F9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F3ED17-84E8-3022-4E10-63126215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344B85-1567-61C8-CA73-F876F36B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98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73AA7-D43A-18E8-52BA-FE347A12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505AB-77B1-1E7B-8D43-DEDF92598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7C1C7A-C051-A313-62CB-F5B9B7FC2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031235-CAAC-6C14-4AD1-48982A9F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FD87FF-ACF3-8BA3-8957-A2B1DD62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53230-9590-3701-E124-27737EAC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47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DF99F-567C-6595-E332-5CC18826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CBBEC0-AE6C-ECC0-2796-AADA4E55A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C23D9C-2776-C08E-5421-D139F18E8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9C0936-66A7-59C1-A2CD-CBCDF5121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4AB38-4918-EB06-7075-454C47F79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A0CD81-86B3-5B0B-61EE-4F09788C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B2A053-3EA3-EE1D-D60A-3387B5C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B7BDE7-A947-7872-A4D4-F6EA299A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31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C21D7-7531-DDDA-AD14-FC43E16C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45880F-3CD0-051B-00FD-8F18A09C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F39AC0-5A2F-3A75-15D7-237CFFCE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1D4F1B-E8C9-38E9-4B97-5F121D5C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7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3BBBB0-8479-3535-FA0D-29C84AD3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11DAEC-D967-86E7-0262-BB71D984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AE9E62-FC8C-584B-84F2-F744C6C4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4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88015-89F6-7F46-6A34-9F6E0B36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4C467-ACA8-02FD-0FFE-1997D223E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9A25ED-6B95-890D-EB75-67CE993EC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6691BE-6970-9BEC-CA7D-AC9DF476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0634D6-2876-EC79-E183-1445C2A0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045A03-7109-72A6-28C0-4BDFFDAA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5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D8603-24DE-8712-164E-23C6BDCF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4C34E0-9C56-1C54-F559-E23A90EB0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40BC5A-C1A9-6C03-EE2B-9A2CBFC6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93ED97-C1C5-FC56-381A-FA7F6C6D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AB266-AE4C-4989-4D9D-854349A3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8AF82B-CB4B-D72D-2460-583D4227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7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DCDDD-8B2C-89AA-C27A-E7F5990C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0092A0-AC4C-E275-B2FC-66684D4EA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E18A0-3B21-CC72-ACD5-753A7F92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50674-82B9-7797-EE11-6413A5F4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009B53-038C-A1DB-2A0A-7BE5DF0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94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71A804-0DE2-DB70-BFF5-A42814FF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E191DC-2EB2-FF59-29EB-0C4674AB4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C799E-CCF8-6E00-953C-99425B8D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357B6F-7D0E-9859-C554-1B4E2FBF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88ED7-A32F-2B09-E1E4-F18AAE6E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9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A9F7A1-3A1F-FE70-5E17-D4DA04D78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73D32D-2532-8EE4-2C61-8A58EDF30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0EB6A-18E7-A174-F107-1F2D0D020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B3465-1E16-44CD-9903-2C4B69CA5B3C}" type="datetimeFigureOut">
              <a:rPr lang="zh-CN" altLang="en-US" smtClean="0"/>
              <a:t>2024/11/12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A6453-BB2D-0814-1EA7-7D998CB83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2DE06-B7B1-3BEB-EEDF-18FA7D62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B8539-DF6C-4DE5-8A31-674E8DFE02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31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B71051C-9E62-5476-87C1-C2B1D2349EF7}"/>
              </a:ext>
            </a:extLst>
          </p:cNvPr>
          <p:cNvCxnSpPr/>
          <p:nvPr/>
        </p:nvCxnSpPr>
        <p:spPr>
          <a:xfrm>
            <a:off x="2599981" y="2181340"/>
            <a:ext cx="47703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F6E9AD-B7CA-ACA5-BDEC-22F5381B4C8E}"/>
              </a:ext>
            </a:extLst>
          </p:cNvPr>
          <p:cNvCxnSpPr/>
          <p:nvPr/>
        </p:nvCxnSpPr>
        <p:spPr>
          <a:xfrm>
            <a:off x="2599981" y="2908453"/>
            <a:ext cx="47703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D6D02A-CC98-8BB6-9EC3-9C39419E6327}"/>
              </a:ext>
            </a:extLst>
          </p:cNvPr>
          <p:cNvCxnSpPr/>
          <p:nvPr/>
        </p:nvCxnSpPr>
        <p:spPr>
          <a:xfrm>
            <a:off x="2561421" y="3855730"/>
            <a:ext cx="4847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27D1D11-4D2D-AD49-F46E-F032B1465EE5}"/>
              </a:ext>
            </a:extLst>
          </p:cNvPr>
          <p:cNvCxnSpPr/>
          <p:nvPr/>
        </p:nvCxnSpPr>
        <p:spPr>
          <a:xfrm>
            <a:off x="2599981" y="4285561"/>
            <a:ext cx="4847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60697CD-C874-3075-C3B5-D95EFC96FB81}"/>
                  </a:ext>
                </a:extLst>
              </p14:cNvPr>
              <p14:cNvContentPartPr/>
              <p14:nvPr/>
            </p14:nvContentPartPr>
            <p14:xfrm>
              <a:off x="4001880" y="2389848"/>
              <a:ext cx="2094120" cy="14929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60697CD-C874-3075-C3B5-D95EFC96FB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760" y="2383728"/>
                <a:ext cx="2106360" cy="150516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99BD8D8-0CF7-622D-0826-F132F81B86A6}"/>
              </a:ext>
            </a:extLst>
          </p:cNvPr>
          <p:cNvCxnSpPr>
            <a:cxnSpLocks/>
          </p:cNvCxnSpPr>
          <p:nvPr/>
        </p:nvCxnSpPr>
        <p:spPr>
          <a:xfrm>
            <a:off x="2599981" y="4704202"/>
            <a:ext cx="4847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306749F-AA48-5665-79EB-1573D5B38C16}"/>
              </a:ext>
            </a:extLst>
          </p:cNvPr>
          <p:cNvSpPr txBox="1"/>
          <p:nvPr/>
        </p:nvSpPr>
        <p:spPr>
          <a:xfrm>
            <a:off x="8069874" y="1996674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Text </a:t>
            </a:r>
            <a:r>
              <a:rPr lang="en-US" altLang="zh-CN" dirty="0" err="1"/>
              <a:t>top,ascent</a:t>
            </a:r>
            <a:r>
              <a:rPr lang="en-US" altLang="zh-CN" dirty="0"/>
              <a:t>,</a:t>
            </a:r>
            <a:r>
              <a:rPr lang="zh-CN" altLang="en-US" dirty="0"/>
              <a:t>顶线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F35EC5-58EF-9355-34A9-CFFB8781F33F}"/>
              </a:ext>
            </a:extLst>
          </p:cNvPr>
          <p:cNvSpPr txBox="1"/>
          <p:nvPr/>
        </p:nvSpPr>
        <p:spPr>
          <a:xfrm>
            <a:off x="8069874" y="2723787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Super,</a:t>
            </a:r>
            <a:r>
              <a:rPr lang="zh-CN" altLang="en-US" dirty="0"/>
              <a:t>上基线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AC8803-D568-DF67-6301-B5F146FCF1AA}"/>
              </a:ext>
            </a:extLst>
          </p:cNvPr>
          <p:cNvSpPr txBox="1"/>
          <p:nvPr/>
        </p:nvSpPr>
        <p:spPr>
          <a:xfrm>
            <a:off x="8037748" y="369810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Baseline,</a:t>
            </a:r>
            <a:r>
              <a:rPr lang="zh-CN" altLang="en-US" dirty="0"/>
              <a:t>基线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81ECFC-A630-4A84-AE77-C4980E4DCD1A}"/>
              </a:ext>
            </a:extLst>
          </p:cNvPr>
          <p:cNvSpPr txBox="1"/>
          <p:nvPr/>
        </p:nvSpPr>
        <p:spPr>
          <a:xfrm>
            <a:off x="8069874" y="4163751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Sub </a:t>
            </a:r>
            <a:r>
              <a:rPr lang="zh-CN" altLang="en-US" dirty="0"/>
              <a:t>下基线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1E934AE-15B6-7114-2536-FA628D4C1DA0}"/>
              </a:ext>
            </a:extLst>
          </p:cNvPr>
          <p:cNvSpPr txBox="1"/>
          <p:nvPr/>
        </p:nvSpPr>
        <p:spPr>
          <a:xfrm>
            <a:off x="8069874" y="4623318"/>
            <a:ext cx="273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Text </a:t>
            </a:r>
            <a:r>
              <a:rPr lang="en-US" altLang="zh-CN" dirty="0" err="1"/>
              <a:t>bottom,descent</a:t>
            </a:r>
            <a:r>
              <a:rPr lang="en-US" altLang="zh-CN" dirty="0"/>
              <a:t>,</a:t>
            </a:r>
            <a:r>
              <a:rPr lang="zh-CN" altLang="en-US" dirty="0"/>
              <a:t>底线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C11A03-8A20-93D3-5ACB-265690757751}"/>
              </a:ext>
            </a:extLst>
          </p:cNvPr>
          <p:cNvSpPr txBox="1"/>
          <p:nvPr/>
        </p:nvSpPr>
        <p:spPr>
          <a:xfrm>
            <a:off x="451692" y="407624"/>
            <a:ext cx="667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XXX</a:t>
            </a:r>
            <a:r>
              <a:rPr lang="zh-CN" altLang="en-US" dirty="0"/>
              <a:t>字体  </a:t>
            </a:r>
            <a:r>
              <a:rPr lang="en-US" altLang="zh-CN" dirty="0"/>
              <a:t>2398(</a:t>
            </a:r>
            <a:r>
              <a:rPr lang="zh-CN" altLang="en-US" dirty="0"/>
              <a:t>字体实际大小</a:t>
            </a:r>
            <a:r>
              <a:rPr lang="en-US" altLang="zh-CN" dirty="0"/>
              <a:t>)/2048(</a:t>
            </a:r>
            <a:r>
              <a:rPr lang="zh-CN" altLang="en-US" dirty="0"/>
              <a:t>框的尺寸</a:t>
            </a:r>
            <a:r>
              <a:rPr lang="en-US" altLang="zh-CN" dirty="0"/>
              <a:t>,</a:t>
            </a:r>
            <a:r>
              <a:rPr lang="zh-CN" altLang="en-US" dirty="0"/>
              <a:t>你设置的</a:t>
            </a:r>
            <a:r>
              <a:rPr lang="en-US" altLang="zh-CN" dirty="0"/>
              <a:t>font-size)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9EDD65-F980-4A47-F4DB-50D9E8A63588}"/>
              </a:ext>
            </a:extLst>
          </p:cNvPr>
          <p:cNvSpPr txBox="1"/>
          <p:nvPr/>
        </p:nvSpPr>
        <p:spPr>
          <a:xfrm>
            <a:off x="1506036" y="771180"/>
            <a:ext cx="397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以这个比值</a:t>
            </a:r>
            <a:r>
              <a:rPr lang="en-US" altLang="zh-CN" dirty="0"/>
              <a:t>*</a:t>
            </a:r>
            <a:r>
              <a:rPr lang="zh-CN" altLang="en-US" dirty="0"/>
              <a:t>设置的大小为显示的大小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0865D72-87AB-BBD5-6A63-3F5C6D6D0D13}"/>
              </a:ext>
            </a:extLst>
          </p:cNvPr>
          <p:cNvCxnSpPr>
            <a:cxnSpLocks/>
          </p:cNvCxnSpPr>
          <p:nvPr/>
        </p:nvCxnSpPr>
        <p:spPr>
          <a:xfrm>
            <a:off x="2599978" y="1595131"/>
            <a:ext cx="47703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F621AC1-4820-8386-D45E-1AE5A0F13AE8}"/>
              </a:ext>
            </a:extLst>
          </p:cNvPr>
          <p:cNvCxnSpPr>
            <a:cxnSpLocks/>
          </p:cNvCxnSpPr>
          <p:nvPr/>
        </p:nvCxnSpPr>
        <p:spPr>
          <a:xfrm>
            <a:off x="2599981" y="5321147"/>
            <a:ext cx="4847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BCD9D11-B961-0EDB-83D0-07E0ED2A4C46}"/>
              </a:ext>
            </a:extLst>
          </p:cNvPr>
          <p:cNvSpPr txBox="1"/>
          <p:nvPr/>
        </p:nvSpPr>
        <p:spPr>
          <a:xfrm>
            <a:off x="8037748" y="141046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top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21175B0-3201-EB5B-2098-F6D308A81E32}"/>
              </a:ext>
            </a:extLst>
          </p:cNvPr>
          <p:cNvSpPr txBox="1"/>
          <p:nvPr/>
        </p:nvSpPr>
        <p:spPr>
          <a:xfrm>
            <a:off x="8030241" y="5136481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bottom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90ED539-051C-B097-D11C-7B949BA5900D}"/>
              </a:ext>
            </a:extLst>
          </p:cNvPr>
          <p:cNvSpPr txBox="1"/>
          <p:nvPr/>
        </p:nvSpPr>
        <p:spPr>
          <a:xfrm>
            <a:off x="4702040" y="1737425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gap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61709A6-8FB1-ABB3-B883-B5CAC456F066}"/>
              </a:ext>
            </a:extLst>
          </p:cNvPr>
          <p:cNvSpPr txBox="1"/>
          <p:nvPr/>
        </p:nvSpPr>
        <p:spPr>
          <a:xfrm>
            <a:off x="4765849" y="485756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gap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61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57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钊 郭</dc:creator>
  <cp:lastModifiedBy>钊 郭</cp:lastModifiedBy>
  <cp:revision>1</cp:revision>
  <dcterms:created xsi:type="dcterms:W3CDTF">2024-11-12T12:13:04Z</dcterms:created>
  <dcterms:modified xsi:type="dcterms:W3CDTF">2024-11-12T13:31:29Z</dcterms:modified>
</cp:coreProperties>
</file>